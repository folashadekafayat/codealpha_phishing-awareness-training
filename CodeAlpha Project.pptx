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F0E27-2C2D-411A-B5FE-2C7DDEE76A5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9368B-6785-4446-80C9-F1AA4B0CA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2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9368B-6785-4446-80C9-F1AA4B0CAF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94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59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7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49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31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8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0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9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4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7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8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9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E28C892-F0EF-4846-BC61-09FFF73ACAD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7C5207-31BD-46CC-BCF1-3BB1671174C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74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6486" y="1122362"/>
            <a:ext cx="9144000" cy="481420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 smtClean="0">
                <a:latin typeface="Algerian" panose="04020705040A02060702" pitchFamily="82" charset="0"/>
              </a:rPr>
              <a:t>TOPIC: Phishing Awareness Training</a:t>
            </a:r>
            <a:r>
              <a:rPr lang="en-US" b="1" dirty="0" smtClean="0">
                <a:latin typeface="Algerian" panose="04020705040A02060702" pitchFamily="82" charset="0"/>
              </a:rPr>
              <a:t/>
            </a:r>
            <a:br>
              <a:rPr lang="en-US" b="1" dirty="0" smtClean="0">
                <a:latin typeface="Algerian" panose="04020705040A02060702" pitchFamily="82" charset="0"/>
              </a:rPr>
            </a:br>
            <a:r>
              <a:rPr lang="en-US" b="1" dirty="0" smtClean="0">
                <a:latin typeface="Algerian" panose="04020705040A02060702" pitchFamily="82" charset="0"/>
              </a:rPr>
              <a:t/>
            </a:r>
            <a:br>
              <a:rPr lang="en-US" b="1" dirty="0" smtClean="0">
                <a:latin typeface="Algerian" panose="04020705040A02060702" pitchFamily="82" charset="0"/>
              </a:rPr>
            </a:br>
            <a:r>
              <a:rPr lang="en-US" sz="4400" b="1" dirty="0" smtClean="0">
                <a:latin typeface="Algerian" panose="04020705040A02060702" pitchFamily="82" charset="0"/>
              </a:rPr>
              <a:t>NAME: Kareem Folashade </a:t>
            </a:r>
            <a:r>
              <a:rPr lang="en-US" sz="4400" b="1" dirty="0" smtClean="0">
                <a:latin typeface="Algerian" panose="04020705040A02060702" pitchFamily="82" charset="0"/>
              </a:rPr>
              <a:t>Kafayat</a:t>
            </a:r>
            <a:r>
              <a:rPr lang="en-US" b="1" dirty="0" smtClean="0">
                <a:latin typeface="Algerian" panose="04020705040A02060702" pitchFamily="82" charset="0"/>
              </a:rPr>
              <a:t/>
            </a:r>
            <a:br>
              <a:rPr lang="en-US" b="1" dirty="0" smtClean="0">
                <a:latin typeface="Algerian" panose="04020705040A02060702" pitchFamily="82" charset="0"/>
              </a:rPr>
            </a:br>
            <a:r>
              <a:rPr lang="en-US" b="1" dirty="0" smtClean="0">
                <a:latin typeface="Algerian" panose="04020705040A02060702" pitchFamily="82" charset="0"/>
              </a:rPr>
              <a:t/>
            </a:r>
            <a:br>
              <a:rPr lang="en-US" b="1" dirty="0" smtClean="0">
                <a:latin typeface="Algerian" panose="04020705040A02060702" pitchFamily="82" charset="0"/>
              </a:rPr>
            </a:br>
            <a:r>
              <a:rPr lang="en-US" sz="4400" b="1" dirty="0" smtClean="0">
                <a:latin typeface="Algerian" panose="04020705040A02060702" pitchFamily="82" charset="0"/>
              </a:rPr>
              <a:t>Cyber Security Internship - </a:t>
            </a:r>
            <a:r>
              <a:rPr lang="en-US" sz="4400" b="1" dirty="0" smtClean="0">
                <a:latin typeface="Algerian" panose="04020705040A02060702" pitchFamily="82" charset="0"/>
              </a:rPr>
              <a:t>CodeAlpha</a:t>
            </a:r>
            <a:endParaRPr lang="en-US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3080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What is Phishing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Bahnschrift SemiBold SemiConden" panose="020B0502040204020203" pitchFamily="34" charset="0"/>
              </a:rPr>
              <a:t>Phishing is  cyber attack where attackers trick people into revealing sensitive information like passwords, bank details, or </a:t>
            </a:r>
            <a:r>
              <a:rPr lang="en-US" sz="4000" dirty="0" smtClean="0">
                <a:latin typeface="Bahnschrift SemiBold SemiConden" panose="020B0502040204020203" pitchFamily="34" charset="0"/>
              </a:rPr>
              <a:t>OTP’S</a:t>
            </a:r>
            <a:r>
              <a:rPr lang="en-US" sz="4000" dirty="0" smtClean="0">
                <a:latin typeface="Bahnschrift SemiBold SemiConden" panose="020B0502040204020203" pitchFamily="34" charset="0"/>
              </a:rPr>
              <a:t>.</a:t>
            </a:r>
            <a:endParaRPr lang="en-US" sz="4000" dirty="0">
              <a:latin typeface="Bahnschrift SemiBold SemiConden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576" y="3604796"/>
            <a:ext cx="7225246" cy="26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4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TYPES OF PHISHING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Common Types of Phishing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 Email </a:t>
            </a:r>
            <a:r>
              <a:rPr lang="en-US" sz="3600" dirty="0" smtClean="0">
                <a:latin typeface="Bahnschrift SemiBold SemiConden" panose="020B0502040204020203" pitchFamily="34" charset="0"/>
              </a:rPr>
              <a:t>Phishing: Fake emails pretending to be </a:t>
            </a:r>
            <a:r>
              <a:rPr lang="en-US" sz="3600" dirty="0" smtClean="0">
                <a:latin typeface="Bahnschrift SemiBold SemiConden" panose="020B0502040204020203" pitchFamily="34" charset="0"/>
              </a:rPr>
              <a:t>from trusted </a:t>
            </a:r>
            <a:r>
              <a:rPr lang="en-US" sz="3600" dirty="0" smtClean="0">
                <a:latin typeface="Bahnschrift SemiBold SemiConden" panose="020B0502040204020203" pitchFamily="34" charset="0"/>
              </a:rPr>
              <a:t>companies.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 Smishing</a:t>
            </a:r>
            <a:r>
              <a:rPr lang="en-US" sz="3600" dirty="0" smtClean="0">
                <a:latin typeface="Bahnschrift SemiBold SemiConden" panose="020B0502040204020203" pitchFamily="34" charset="0"/>
              </a:rPr>
              <a:t>: Phishing through SMS text messages.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 Vishing</a:t>
            </a:r>
            <a:r>
              <a:rPr lang="en-US" sz="3600" dirty="0" smtClean="0">
                <a:latin typeface="Bahnschrift SemiBold SemiConden" panose="020B0502040204020203" pitchFamily="34" charset="0"/>
              </a:rPr>
              <a:t>: Voice phishing through phone calls.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 Website </a:t>
            </a:r>
            <a:r>
              <a:rPr lang="en-US" sz="3600" dirty="0" smtClean="0">
                <a:latin typeface="Bahnschrift SemiBold SemiConden" panose="020B0502040204020203" pitchFamily="34" charset="0"/>
              </a:rPr>
              <a:t>Phishing: Fake login pages designed to steal credentials.</a:t>
            </a:r>
          </a:p>
          <a:p>
            <a:endParaRPr lang="en-US" sz="3600" dirty="0" smtClean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2823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How Phishing Works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Phishing Attack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Attacker creates fake emails or website.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Victim receives suspicious message.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Victim clicks malicious link.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Fake website requests login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Information is stolen.</a:t>
            </a:r>
            <a:endParaRPr lang="en-US" sz="36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85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Signs of Phishing Emails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Warning Signs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Unknown sender.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Urgent requests.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Grammar or spelling mistakes.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Suspicious links.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Requests for </a:t>
            </a:r>
            <a:r>
              <a:rPr lang="en-US" sz="3600" dirty="0" err="1" smtClean="0">
                <a:latin typeface="Bahnschrift SemiBold SemiConden" panose="020B0502040204020203" pitchFamily="34" charset="0"/>
              </a:rPr>
              <a:t>paswords</a:t>
            </a:r>
            <a:r>
              <a:rPr lang="en-US" sz="3600" dirty="0" smtClean="0">
                <a:latin typeface="Bahnschrift SemiBold SemiConden" panose="020B0502040204020203" pitchFamily="34" charset="0"/>
              </a:rPr>
              <a:t> or OTPS.</a:t>
            </a:r>
          </a:p>
        </p:txBody>
      </p:sp>
    </p:spTree>
    <p:extLst>
      <p:ext uri="{BB962C8B-B14F-4D97-AF65-F5344CB8AC3E}">
        <p14:creationId xmlns:p14="http://schemas.microsoft.com/office/powerpoint/2010/main" val="316670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Social Engineering Tactics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Techniques Used by Attackers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Fear: Your 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account will be blocked immediately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!</a:t>
            </a:r>
            <a:endParaRPr lang="en-US" sz="3200" dirty="0" smtClean="0">
              <a:latin typeface="Bahnschrift SemiBold SemiConden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Urgency: Respond 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within 24 hours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!</a:t>
            </a:r>
            <a:endParaRPr lang="en-US" sz="3200" dirty="0" smtClean="0">
              <a:latin typeface="Bahnschrift SemiBold SemiConden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Greed: You 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won a free prize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!</a:t>
            </a:r>
            <a:endParaRPr lang="en-US" sz="3200" dirty="0" smtClean="0">
              <a:latin typeface="Bahnschrift SemiBold SemiConden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Trust: Pretending 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to be banks or government agencies.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38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Real-Life Examples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Common Examples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Fake bank 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verification 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emails.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Fake Netflix renewal notices.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Fake </a:t>
            </a:r>
            <a:r>
              <a:rPr lang="en-US" sz="3200" dirty="0" err="1" smtClean="0">
                <a:latin typeface="Bahnschrift SemiBold SemiConden" panose="020B0502040204020203" pitchFamily="34" charset="0"/>
              </a:rPr>
              <a:t>Paypal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 alerts.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Bahnschrift SemiBold SemiConden" panose="020B0502040204020203" pitchFamily="34" charset="0"/>
              </a:rPr>
              <a:t>Fake </a:t>
            </a:r>
            <a:r>
              <a:rPr lang="en-US" sz="3200" dirty="0" err="1" smtClean="0">
                <a:latin typeface="Bahnschrift SemiBold SemiConden" panose="020B0502040204020203" pitchFamily="34" charset="0"/>
              </a:rPr>
              <a:t>WhatsApp</a:t>
            </a:r>
            <a:r>
              <a:rPr lang="en-US" sz="3200" dirty="0" smtClean="0">
                <a:latin typeface="Bahnschrift SemiBold SemiConden" panose="020B0502040204020203" pitchFamily="34" charset="0"/>
              </a:rPr>
              <a:t> verification messages.</a:t>
            </a:r>
          </a:p>
        </p:txBody>
      </p:sp>
    </p:spTree>
    <p:extLst>
      <p:ext uri="{BB962C8B-B14F-4D97-AF65-F5344CB8AC3E}">
        <p14:creationId xmlns:p14="http://schemas.microsoft.com/office/powerpoint/2010/main" val="399982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How to </a:t>
            </a:r>
            <a:r>
              <a:rPr lang="en-US" sz="4800" b="1" dirty="0">
                <a:latin typeface="Algerian" panose="04020705040A02060702" pitchFamily="82" charset="0"/>
              </a:rPr>
              <a:t>S</a:t>
            </a:r>
            <a:r>
              <a:rPr lang="en-US" sz="4800" b="1" dirty="0" smtClean="0">
                <a:latin typeface="Algerian" panose="04020705040A02060702" pitchFamily="82" charset="0"/>
              </a:rPr>
              <a:t>tay Safe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Protection Tips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Never click unknown links.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Verify email addresses.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Enable two-factor authentication.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Use antivirus software.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Use strong passwords.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0814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What To Do If Attacked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Response Steps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Disconnect from the internet.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Change passwords immediately.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Inform your IT department.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Scan device for malware.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Report the phishing attack.</a:t>
            </a:r>
            <a:endParaRPr lang="en-US" sz="36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07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Interactive Quiz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What is phishing?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Should you trust unknown links?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What does 2FA mean?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Name one sign of a phishing email.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Bahnschrift SemiBold SemiConden" panose="020B0502040204020203" pitchFamily="34" charset="0"/>
              </a:rPr>
              <a:t>What should you do after a phishing attack?</a:t>
            </a:r>
            <a:endParaRPr lang="en-US" sz="36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18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484">
              <a:srgbClr val="D8E7F5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Algerian" panose="04020705040A02060702" pitchFamily="82" charset="0"/>
              </a:rPr>
              <a:t>Conclusion</a:t>
            </a:r>
            <a:endParaRPr lang="en-US" sz="4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400" dirty="0" smtClean="0">
                <a:latin typeface="Bahnschrift SemiBold SemiConden" panose="020B0502040204020203" pitchFamily="34" charset="0"/>
              </a:rPr>
              <a:t>Cyber security </a:t>
            </a:r>
            <a:r>
              <a:rPr lang="en-US" sz="4400" dirty="0" smtClean="0">
                <a:latin typeface="Bahnschrift SemiBold SemiConden" panose="020B0502040204020203" pitchFamily="34" charset="0"/>
              </a:rPr>
              <a:t>awareness is the first line of defense against phishing attacks. Users must remain vigilant and verify suspicious communication before taking action.</a:t>
            </a:r>
            <a:endParaRPr lang="en-US" sz="4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32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127</TotalTime>
  <Words>321</Words>
  <Application>Microsoft Office PowerPoint</Application>
  <PresentationFormat>Widescreen</PresentationFormat>
  <Paragraphs>58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Bahnschrift SemiBold SemiConden</vt:lpstr>
      <vt:lpstr>Calibri</vt:lpstr>
      <vt:lpstr>Calibri Light</vt:lpstr>
      <vt:lpstr>Wingdings</vt:lpstr>
      <vt:lpstr>Retrospect</vt:lpstr>
      <vt:lpstr>TOPIC: Phishing Awareness Training  NAME: Kareem Folashade Kafayat  Cyber Security Internship - CodeAlpha</vt:lpstr>
      <vt:lpstr>What is Phishing</vt:lpstr>
      <vt:lpstr>TYPES OF PHISHING</vt:lpstr>
      <vt:lpstr>How Phishing Works</vt:lpstr>
      <vt:lpstr>Signs of Phishing Emails</vt:lpstr>
      <vt:lpstr>Social Engineering Tactics</vt:lpstr>
      <vt:lpstr>Real-Life Examples</vt:lpstr>
      <vt:lpstr>How to Stay Safe</vt:lpstr>
      <vt:lpstr>What To Do If Attacked</vt:lpstr>
      <vt:lpstr>Interactive Quiz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Phishing Awareness Training NAME: Kareem Folashade Kafayat Cyber Security Internship - CodeAlpha</dc:title>
  <dc:creator>hp</dc:creator>
  <cp:lastModifiedBy>hp</cp:lastModifiedBy>
  <cp:revision>18</cp:revision>
  <dcterms:created xsi:type="dcterms:W3CDTF">2026-05-22T00:19:52Z</dcterms:created>
  <dcterms:modified xsi:type="dcterms:W3CDTF">2026-05-22T19:34:24Z</dcterms:modified>
</cp:coreProperties>
</file>